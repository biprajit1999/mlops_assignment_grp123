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169706"/>
            <a:ext cx="7924933" cy="137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MLOps: Heart Disease Prediction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90500" y="2693624"/>
            <a:ext cx="4962917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Production Deployment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45818" y="3318454"/>
            <a:ext cx="2652281" cy="24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BITS WILP • S1-25_AIMLCZG523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99574" y="3787014"/>
            <a:ext cx="3744853" cy="18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I: Scalable ML Model Development &amp;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&amp;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5"/>
            <a:ext cx="7620166" cy="157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Heart Disease UCI (14+ features, binary classification)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Predict heart disease risk from patient health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Deploy production-ready, monitored ML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Python, Flask, Docker, Jenkins, Airflow, Prometheus, Grafana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16110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639137"/>
            <a:ext cx="7924933" cy="13927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4184220"/>
            <a:ext cx="7924933" cy="116110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5345328"/>
            <a:ext cx="7924933" cy="116110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Pipeline: EDA &amp; Model Building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068" y="1478030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 Phase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068" y="1950476"/>
            <a:ext cx="7617222" cy="23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cleaning, handling missing values, feature encoding, correlation analysis, class balance visualization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068" y="2867670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Development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068" y="3340117"/>
            <a:ext cx="7467865" cy="46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 &amp; Random Forest, hyperparameter tuning, cross-validation, metrics: Accuracy, Precision, Recall, ROC-AUC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068" y="4412755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Tracking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068" y="4885202"/>
            <a:ext cx="7617222" cy="23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MLflow integration for logging parameters, metrics, artifacts, and model runs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068" y="5573862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Packaging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068" y="6046309"/>
            <a:ext cx="7617222" cy="23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as Joblib, with reproducible preprocessing pipeline and requirements.txt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5"/>
            <a:ext cx="7924933" cy="133482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812852"/>
            <a:ext cx="7924933" cy="133482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Pipeline: Automation &amp; Testing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068" y="1478028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→ Jenkins Workflow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068" y="1950475"/>
            <a:ext cx="7467865" cy="40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push triggers automated pipeline: Code Checkout → Linting → Unit Tests (Pytest) → Model Training → Build Docker Image → Push to DockerHub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068" y="3041385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Strategy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068" y="3513831"/>
            <a:ext cx="7467865" cy="40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for data preprocessing and model inference. Pipeline fails on code/test errors with clear logs. Artifact logging for each workflow run.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284989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Orchestration: Airflow for Model Changes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147" y="1554263"/>
            <a:ext cx="7461707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Training (CT) Pipeline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301" y="2102860"/>
            <a:ext cx="7315399" cy="169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Triggers on schedule or data drift detection</a:t>
            </a:r>
            <a:endParaRPr lang="en-US" sz="1350" dirty="0"/>
          </a:p>
          <a:p>
            <a:pPr algn="ctr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Executes EDA → Feature Engineering → Model Training → Validation</a:t>
            </a:r>
            <a:endParaRPr lang="en-US" sz="1350" dirty="0"/>
          </a:p>
          <a:p>
            <a:pPr algn="ctr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Packages model as Joblib for production export</a:t>
            </a:r>
            <a:endParaRPr lang="en-US" sz="1350" dirty="0"/>
          </a:p>
          <a:p>
            <a:pPr algn="ctr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Logs experiments to MLflow for tracking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3"/>
            <a:ext cx="7924933" cy="225987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3737900"/>
            <a:ext cx="7924933" cy="225987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Containerization &amp; Deployment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068" y="1478028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Build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601" y="1950474"/>
            <a:ext cx="7239331" cy="1330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API with /predict endpoint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model.joblib &amp; scaler.joblib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JSON input, returns prediction &amp; confidence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 optimized for production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068" y="3966435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&amp; Runtime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66601" y="4438880"/>
            <a:ext cx="7239331" cy="1330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pushed to DockerHub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Desktop runs container (CD)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exposed on port 5007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with sample inputs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3"/>
            <a:ext cx="7924933" cy="133482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812852"/>
            <a:ext cx="7924933" cy="133482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Observability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068" y="1478028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&amp; Metrics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068" y="1950474"/>
            <a:ext cx="7467865" cy="40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logs capture API requests, predictions, model loading, and errors. Prometheus client integrated to export metrics from Flask app.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068" y="3041384"/>
            <a:ext cx="761722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 &amp; Grafana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068" y="3513832"/>
            <a:ext cx="7467865" cy="40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 scrapes metrics endpoint. Grafana dashboards visualize request rates, latency, prediction distribution, and system health metrics.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285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MLOps Architecture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&amp; Repository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6"/>
            <a:ext cx="808343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Repository Contains: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301" y="1538967"/>
            <a:ext cx="7620166" cy="13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Dockerfile, requirements.txt, dataset download script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Jupyter notebooks (EDA, training, inference), test/ folder with unit tests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Actions/Jenkinsfile, Deployment manifests/Helm charts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folder for reporting, Final 10-page written report (doc/docx)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34" y="3070408"/>
            <a:ext cx="808343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Deliverables: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301" y="3359879"/>
            <a:ext cx="7620166" cy="13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 demonstration video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API URL or local testing instructions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 screenshots (Jenkins stages, Docker build logs)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dashboard screenshots (Prometheus, Grafana)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&amp; Reporting (Point 9)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6"/>
            <a:ext cx="8083431" cy="234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Report (10 Pages) Includes: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14301" y="1560384"/>
            <a:ext cx="7620166" cy="342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Setup/Install Instructions with requirements.txt &amp; environment configuration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 Summary: data characteristics, distributions, class balance, feature importance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Modeling Choices: model selection rationale, hyperparameter tuning, evaluation metrics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Tracking: MLflow runs, parameters logged, artifacts, performance comparison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Diagram: end-to-end pipeline visualization (ML → CI/CD → Deploy → Monitor)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Workflow: GitHub/Jenkins pipeline screenshots, Docker build &amp; push logs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Screenshots: Docker Desktop running container, Flask API logs, test predictions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Dashboard: Prometheus targets, Grafana dashboards, metrics visualization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to Code Repository: GitHub repository URL with all source code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Production-Readiness Checklist: scripts execute from clean setup, Docker isolation verified, pipeline error handling confirmed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2026-01-06T17:57:29Z</dcterms:created>
  <dcterms:modified xsi:type="dcterms:W3CDTF">2026-01-06T17:57:29Z</dcterms:modified>
</cp:coreProperties>
</file>